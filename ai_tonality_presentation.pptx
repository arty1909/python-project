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1E2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52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48287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Сравнительный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тональности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заголовков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ИИ</a:t>
            </a:r>
          </a:p>
          <a:p>
            <a:pPr>
              <a:defRPr sz="1200">
                <a:solidFill>
                  <a:srgbClr val="BFDBFE"/>
                </a:solidFill>
              </a:defRPr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РБК, VC.ru и РИА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Новости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январь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93744"/>
            <a:ext cx="63093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sz="2000" b="1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Исследовательский</a:t>
            </a:r>
            <a:r>
              <a:rPr sz="2000" b="1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вопрос</a:t>
            </a:r>
            <a:r>
              <a:rPr sz="2000" b="1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различается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тональность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заголовков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ИИ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трёх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сайтах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sz="2000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выявить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преобладающую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тональность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различия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подаче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темы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между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изданиями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Единица</a:t>
            </a:r>
            <a:r>
              <a:rPr sz="2000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анализа</a:t>
            </a:r>
            <a:r>
              <a:rPr sz="2000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заголовок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новости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600200"/>
            <a:ext cx="365760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заголовков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180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сайта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месяцев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класса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тональности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0241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Корпус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97784"/>
            <a:ext cx="50889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новостные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материалы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rPr sz="2000" b="1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</a:t>
            </a:r>
            <a:r>
              <a:rPr sz="2000" b="1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слова</a:t>
            </a:r>
            <a:r>
              <a:rPr sz="2000" b="1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искусственный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«ИИ», «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нейросеть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«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нейросети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FFFFFF"/>
                </a:solidFill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FFFFFF"/>
                </a:solidFill>
              </a:defRPr>
            </a:pPr>
            <a:r>
              <a:rPr sz="2000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Период</a:t>
            </a:r>
            <a:r>
              <a:rPr sz="2000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январь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май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года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60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заголовков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сайт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всего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180.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645920"/>
            <a:ext cx="141732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VC.ru</a:t>
            </a:r>
          </a:p>
          <a:p>
            <a:pPr algn="ctr">
              <a:defRPr sz="1700">
                <a:solidFill>
                  <a:srgbClr val="FFFFFF"/>
                </a:solidFill>
              </a:defRPr>
            </a:pPr>
            <a:r>
              <a:t>60</a:t>
            </a:r>
            <a:br/>
            <a:r>
              <a:t>заголовков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645920"/>
            <a:ext cx="141732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РБК</a:t>
            </a:r>
          </a:p>
          <a:p>
            <a:pPr algn="ctr">
              <a:defRPr sz="1700">
                <a:solidFill>
                  <a:srgbClr val="FFFFFF"/>
                </a:solidFill>
              </a:defRPr>
            </a:pPr>
            <a:r>
              <a:t>60</a:t>
            </a:r>
            <a:br/>
            <a:r>
              <a:t>заголовков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645920"/>
            <a:ext cx="141732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РИА Новости</a:t>
            </a:r>
          </a:p>
          <a:p>
            <a:pPr algn="ctr">
              <a:defRPr sz="1700">
                <a:solidFill>
                  <a:srgbClr val="FFFFFF"/>
                </a:solidFill>
              </a:defRPr>
            </a:pPr>
            <a:r>
              <a:t>60</a:t>
            </a:r>
            <a:br/>
            <a:r>
              <a:t>заголовков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429848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Метод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20011" y="1197216"/>
            <a:ext cx="474081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Сравнительный </a:t>
            </a: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контент-анализ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заголовков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FFFFFF"/>
                </a:solidFill>
              </a:defRPr>
            </a:pP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Разметка</a:t>
            </a:r>
            <a:r>
              <a:rPr sz="2000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тональности</a:t>
            </a:r>
            <a:r>
              <a:rPr sz="2000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позитивная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нейтральная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негативная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b="1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Python: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очистка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корпуса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дублей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подсчёты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визуализации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b="1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Автоматическая</a:t>
            </a:r>
            <a:r>
              <a:rPr sz="2000" b="1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</a:t>
            </a:r>
            <a:r>
              <a:rPr sz="2000" b="1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sz="2000" b="1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000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+ Logistic Regression.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5-fold cross-validation accuracy: 96.1%.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/>
              <a:t>Точность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5-кратной </a:t>
            </a:r>
            <a:r>
              <a:rPr lang="en-US" dirty="0" err="1"/>
              <a:t>перекрёстной</a:t>
            </a:r>
            <a:r>
              <a:rPr lang="en-US" dirty="0"/>
              <a:t> </a:t>
            </a:r>
            <a:r>
              <a:rPr lang="en-US" dirty="0" err="1"/>
              <a:t>проверке</a:t>
            </a:r>
            <a:r>
              <a:rPr lang="ru-RU" dirty="0"/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 err="1"/>
              <a:t>Библиотеки</a:t>
            </a:r>
            <a:r>
              <a:rPr lang="en-US" dirty="0"/>
              <a:t>: pandas, matplotlib, scikit-learn.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overall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37893"/>
            <a:ext cx="6483448" cy="40521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419153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Теоретическая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рамка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031295"/>
            <a:ext cx="63462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Теория</a:t>
            </a:r>
            <a:r>
              <a:rPr lang="en-US" sz="2000" b="1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фреймов</a:t>
            </a:r>
            <a:r>
              <a:rPr lang="en-US" sz="2000" b="1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(И.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Гофман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Р.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Энтман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помогает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понять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через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какие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смысловые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рамки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медиа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подают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тему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искусственного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интеллекта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Медиарепрезентация</a:t>
            </a:r>
            <a:r>
              <a:rPr lang="en-US" sz="2000" b="1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интерпретировать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какой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ИИ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создаётся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разных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изданиях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через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заголовки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97615" y="1600200"/>
            <a:ext cx="4162865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Фреймы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подачи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темы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ИИ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регулирование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рынок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угрозы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риски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650254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общее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overall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675120" cy="417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463040"/>
            <a:ext cx="4114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Позитивная</a:t>
            </a:r>
            <a:r>
              <a:rPr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79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заголовков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Нейтральная</a:t>
            </a:r>
            <a:r>
              <a:rPr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63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заголовков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Негативная</a:t>
            </a:r>
            <a:r>
              <a:rPr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38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заголовков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всём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корпусе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преобладает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позитивная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тональность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62839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различия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сайтам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entiment_by_site_per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6766560" cy="375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466557"/>
            <a:ext cx="4114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VC.ru: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60.0%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позитивных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заголовков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РБК: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40.0%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нейтральных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заголовков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РИА </a:t>
            </a:r>
            <a:r>
              <a:rPr sz="2000" dirty="0" err="1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Новости</a:t>
            </a:r>
            <a:r>
              <a:rPr sz="2000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25.0%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негативных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заголовков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FFFFFF"/>
                </a:solidFill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Различия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между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площадками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лучше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всего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видны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долях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8713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Типичные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6692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Позитивная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100">
                <a:solidFill>
                  <a:srgbClr val="FFFFFF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Стартап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показал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ИИ-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сервис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ускоряет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бизнеса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697480"/>
            <a:ext cx="56692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Нейтральная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1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ИИ-агенты 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продажах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они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помогают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мешают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известно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началу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месяца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3977639"/>
            <a:ext cx="56692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Негативная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100">
                <a:solidFill>
                  <a:srgbClr val="FFFFFF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столкнулся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усталостью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сотрудников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ИИ-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инструментов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20840" y="1508760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в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целом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подтверждается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VC.ru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чаще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даёт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прикладную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оптимистичную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рамку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РБК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чаще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нейтральную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деловую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подачу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>
                <a:solidFill>
                  <a:srgbClr val="1E5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РИА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Новости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заметнее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связывает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ИИ с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рисками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последствиями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 err="1"/>
              <a:t>Приложение</a:t>
            </a:r>
            <a:r>
              <a:rPr dirty="0"/>
              <a:t>: </a:t>
            </a:r>
            <a:r>
              <a:rPr dirty="0" err="1"/>
              <a:t>код</a:t>
            </a:r>
            <a:r>
              <a:rPr dirty="0"/>
              <a:t> и </a:t>
            </a:r>
            <a:r>
              <a:rPr dirty="0" err="1"/>
              <a:t>данные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ai_headlines_jan_may_2026.csv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scripts/analyze_tonality.py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results/overall_sentiment.png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results/sentiment_by_site_percent.png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results/model_metrics.csv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docs/project_report.docx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30721A-BF69-6C42-8F17-28D140C4D741}"/>
              </a:ext>
            </a:extLst>
          </p:cNvPr>
          <p:cNvSpPr txBox="1"/>
          <p:nvPr/>
        </p:nvSpPr>
        <p:spPr>
          <a:xfrm>
            <a:off x="6412364" y="4568133"/>
            <a:ext cx="40620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на код</a:t>
            </a:r>
            <a:endParaRPr 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2C481C-31CB-4E4E-621E-F5A00A35E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669" y="1142790"/>
            <a:ext cx="3763533" cy="3489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433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Arty L</dc:creator>
  <cp:keywords/>
  <dc:description>generated using python-pptx</dc:description>
  <cp:lastModifiedBy>Arty L</cp:lastModifiedBy>
  <cp:revision>8</cp:revision>
  <dcterms:created xsi:type="dcterms:W3CDTF">2013-01-27T09:14:16Z</dcterms:created>
  <dcterms:modified xsi:type="dcterms:W3CDTF">2026-06-26T23:47:21Z</dcterms:modified>
  <cp:category/>
</cp:coreProperties>
</file>